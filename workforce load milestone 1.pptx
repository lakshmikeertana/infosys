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DF839-CCAA-49F1-B0AD-F5C6A71D7764}" v="1" dt="2026-08-03T13:27:20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keertana" userId="0e7c301dab129ef1" providerId="LiveId" clId="{18A97B6E-7FB2-429A-962E-11DC20A907D4}"/>
    <pc:docChg chg="custSel modSld">
      <pc:chgData name="lakshmi keertana" userId="0e7c301dab129ef1" providerId="LiveId" clId="{18A97B6E-7FB2-429A-962E-11DC20A907D4}" dt="2026-08-03T13:28:13.882" v="64" actId="20577"/>
      <pc:docMkLst>
        <pc:docMk/>
      </pc:docMkLst>
      <pc:sldChg chg="modSp mod">
        <pc:chgData name="lakshmi keertana" userId="0e7c301dab129ef1" providerId="LiveId" clId="{18A97B6E-7FB2-429A-962E-11DC20A907D4}" dt="2026-08-03T13:28:13.882" v="64" actId="20577"/>
        <pc:sldMkLst>
          <pc:docMk/>
          <pc:sldMk cId="0" sldId="259"/>
        </pc:sldMkLst>
        <pc:spChg chg="mod">
          <ac:chgData name="lakshmi keertana" userId="0e7c301dab129ef1" providerId="LiveId" clId="{18A97B6E-7FB2-429A-962E-11DC20A907D4}" dt="2026-08-03T13:28:13.882" v="64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1 – Data Storage &amp;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Workforce Analytics &amp; Talent Intelligence Dashboard</a:t>
            </a:r>
          </a:p>
          <a:p>
            <a:r>
              <a:t>Prepared by: G. Lakshmi Keertana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Design data storage workflows.</a:t>
            </a:r>
          </a:p>
          <a:p>
            <a:pPr>
              <a:defRPr sz="2200"/>
            </a:pPr>
            <a:r>
              <a:t>Validate processed datasets.</a:t>
            </a:r>
          </a:p>
          <a:p>
            <a:pPr>
              <a:defRPr sz="2200"/>
            </a:pPr>
            <a:r>
              <a:t>Prepare documentation.</a:t>
            </a:r>
          </a:p>
          <a:p>
            <a:pPr>
              <a:defRPr sz="2200"/>
            </a:pPr>
            <a:r>
              <a:t>Integrate all Milestone 1 outputs.</a:t>
            </a:r>
          </a:p>
          <a:p>
            <a:pPr>
              <a:defRPr sz="2200"/>
            </a:pPr>
            <a:r>
              <a:t>Final deliverables: Data Storage Design, Validated Datasets, Documentation &amp;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 an organized approach for storing processed workforce data.</a:t>
            </a:r>
          </a:p>
          <a:p>
            <a:pPr>
              <a:defRPr sz="2200"/>
            </a:pPr>
            <a:r>
              <a:t>Ensure the dataset is correct, consistent, complete, and ready for analytics.</a:t>
            </a:r>
          </a:p>
          <a:p>
            <a:pPr>
              <a:defRPr sz="2200"/>
            </a:pPr>
            <a:r>
              <a:t>Prepare the final Milestone 1 documentation by combining all team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Storage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dirty="0"/>
              <a:t>The workflow ensures that only processed and validated data is used for analytics.</a:t>
            </a:r>
            <a:endParaRPr lang="en-IN" dirty="0"/>
          </a:p>
          <a:p>
            <a:pPr>
              <a:defRPr sz="2200"/>
            </a:pPr>
            <a:r>
              <a:rPr lang="en-IN" dirty="0"/>
              <a:t>Data Sources</a:t>
            </a:r>
          </a:p>
          <a:p>
            <a:pPr marL="0" indent="0">
              <a:buNone/>
              <a:defRPr sz="2200"/>
            </a:pPr>
            <a:r>
              <a:rPr lang="en-IN" dirty="0"/>
              <a:t>     ↓</a:t>
            </a:r>
          </a:p>
          <a:p>
            <a:pPr>
              <a:defRPr sz="2200"/>
            </a:pPr>
            <a:r>
              <a:rPr lang="en-IN" dirty="0"/>
              <a:t>Raw Data Storage</a:t>
            </a:r>
          </a:p>
          <a:p>
            <a:pPr marL="0" indent="0">
              <a:buNone/>
              <a:defRPr sz="2200"/>
            </a:pPr>
            <a:r>
              <a:rPr lang="en-IN" dirty="0"/>
              <a:t>     ↓</a:t>
            </a:r>
          </a:p>
          <a:p>
            <a:pPr>
              <a:defRPr sz="2200"/>
            </a:pPr>
            <a:r>
              <a:rPr lang="en-IN" dirty="0"/>
              <a:t>Data Cleansing</a:t>
            </a:r>
          </a:p>
          <a:p>
            <a:pPr marL="0" indent="0">
              <a:buNone/>
              <a:defRPr sz="2200"/>
            </a:pPr>
            <a:r>
              <a:rPr lang="en-IN" dirty="0"/>
              <a:t>     ↓</a:t>
            </a:r>
          </a:p>
          <a:p>
            <a:pPr>
              <a:defRPr sz="2200"/>
            </a:pPr>
            <a:r>
              <a:rPr lang="en-IN" dirty="0"/>
              <a:t>Data Transformation</a:t>
            </a:r>
          </a:p>
          <a:p>
            <a:pPr marL="0" indent="0">
              <a:buNone/>
              <a:defRPr sz="2200"/>
            </a:pPr>
            <a:r>
              <a:rPr lang="en-IN" dirty="0"/>
              <a:t>     ↓</a:t>
            </a:r>
          </a:p>
          <a:p>
            <a:pPr>
              <a:defRPr sz="2200"/>
            </a:pPr>
            <a:r>
              <a:rPr lang="en-IN" dirty="0"/>
              <a:t>Validated Data</a:t>
            </a:r>
          </a:p>
          <a:p>
            <a:pPr marL="0" indent="0">
              <a:buNone/>
              <a:defRPr sz="2200"/>
            </a:pPr>
            <a:r>
              <a:rPr lang="en-IN" dirty="0"/>
              <a:t>     ↓</a:t>
            </a:r>
          </a:p>
          <a:p>
            <a:pPr>
              <a:defRPr sz="2200"/>
            </a:pPr>
            <a:r>
              <a:rPr lang="en-IN" dirty="0"/>
              <a:t>Structured Database</a:t>
            </a:r>
          </a:p>
          <a:p>
            <a:pPr marL="0" indent="0">
              <a:buNone/>
              <a:defRPr sz="2200"/>
            </a:pPr>
            <a:r>
              <a:rPr lang="en-IN"/>
              <a:t>      ↓</a:t>
            </a:r>
            <a:endParaRPr lang="en-IN" dirty="0"/>
          </a:p>
          <a:p>
            <a:pPr>
              <a:defRPr sz="2200"/>
            </a:pPr>
            <a:r>
              <a:rPr lang="en-IN" dirty="0"/>
              <a:t>Analytics &amp; Dashboard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Storage Layers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Storage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Stores original data collected from available 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Cleaned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Stores data after removing duplicates and handling data quality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Transformed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Stores standardized and transformed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Validated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Stores data that has passed quality checks.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Stores structured data for analytics and reporting.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 Validation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Missing Value Check – identify empty or missing values.</a:t>
            </a:r>
          </a:p>
          <a:p>
            <a:pPr>
              <a:defRPr sz="2200"/>
            </a:pPr>
            <a:r>
              <a:t>Duplicate Check – identify duplicate employee records.</a:t>
            </a:r>
          </a:p>
          <a:p>
            <a:pPr>
              <a:defRPr sz="2200"/>
            </a:pPr>
            <a:r>
              <a:t>Data Type Check – verify correct data types for each field.</a:t>
            </a:r>
          </a:p>
          <a:p>
            <a:pPr>
              <a:defRPr sz="2200"/>
            </a:pPr>
            <a:r>
              <a:t>Range Check – verify numerical values are within valid ranges.</a:t>
            </a:r>
          </a:p>
          <a:p>
            <a:pPr>
              <a:defRPr sz="2200"/>
            </a:pPr>
            <a:r>
              <a:t>Consistency Check – standardize similar values and formats.</a:t>
            </a:r>
          </a:p>
          <a:p>
            <a:pPr>
              <a:defRPr sz="2200"/>
            </a:pPr>
            <a:r>
              <a:t>Referential Check – verify valid relationships between related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Data Quality Rules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Required fields should not be empty.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Uniqueness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Employee identifiers should be unique.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should represent correct employee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Values should follow a common format.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should follow expected formats and ranges.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Relationships between related data should be maintained.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Expected Validated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Unnecessary duplicate records removed.</a:t>
            </a:r>
          </a:p>
          <a:p>
            <a:pPr>
              <a:defRPr sz="2200"/>
            </a:pPr>
            <a:r>
              <a:t>Missing values identified and handled where required.</a:t>
            </a:r>
          </a:p>
          <a:p>
            <a:pPr>
              <a:defRPr sz="2200"/>
            </a:pPr>
            <a:r>
              <a:t>Data types checked and standardized.</a:t>
            </a:r>
          </a:p>
          <a:p>
            <a:pPr>
              <a:defRPr sz="2200"/>
            </a:pPr>
            <a:r>
              <a:t>Text values checked for consistency.</a:t>
            </a:r>
          </a:p>
          <a:p>
            <a:pPr>
              <a:defRPr sz="2200"/>
            </a:pPr>
            <a:r>
              <a:t>Dataset prepared for database storage.</a:t>
            </a:r>
          </a:p>
          <a:p>
            <a:pPr>
              <a:defRPr sz="2200"/>
            </a:pPr>
            <a:r>
              <a:t>Dataset ready for analytics and dashboard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Milestone 1 Output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Collect outputs from all 10 team members.</a:t>
            </a:r>
          </a:p>
          <a:p>
            <a:pPr>
              <a:defRPr sz="2200"/>
            </a:pPr>
            <a:r>
              <a:t>Review the content and remove duplicate information.</a:t>
            </a:r>
          </a:p>
          <a:p>
            <a:pPr>
              <a:defRPr sz="2200"/>
            </a:pPr>
            <a:r>
              <a:t>Arrange the outputs in a logical order.</a:t>
            </a:r>
          </a:p>
          <a:p>
            <a:pPr>
              <a:defRPr sz="2200"/>
            </a:pPr>
            <a:r>
              <a:t>Add required diagrams, workflows, and supporting code.</a:t>
            </a:r>
          </a:p>
          <a:p>
            <a:pPr>
              <a:defRPr sz="2200"/>
            </a:pPr>
            <a:r>
              <a:t>Prepare one final Milestone 1 report and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Team Output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Milestone 1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Sanjay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Workforce Data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Tanisha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System Analytics 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Gowshika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Repository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Keerthana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Database Schema &amp; ER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Lakshmikanth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ETL/Data Integration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Kavya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SAP Connectivity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Nikhil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Workday &amp; Other Sources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Navya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Cleansing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Santhoshini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Transformation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Swetha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Storage, Validation &amp; Final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Storage Design</a:t>
            </a:r>
          </a:p>
          <a:p>
            <a:pPr>
              <a:defRPr sz="2200"/>
            </a:pPr>
            <a:r>
              <a:t>Validated Dataset</a:t>
            </a:r>
          </a:p>
          <a:p>
            <a:pPr>
              <a:defRPr sz="2200"/>
            </a:pPr>
            <a:r>
              <a:t>Data Validation Results</a:t>
            </a:r>
          </a:p>
          <a:p>
            <a:pPr>
              <a:defRPr sz="2200"/>
            </a:pPr>
            <a:r>
              <a:t>Combined Milestone 1 Documentation</a:t>
            </a:r>
          </a:p>
          <a:p>
            <a:pPr>
              <a:defRPr sz="2200"/>
            </a:pPr>
            <a:r>
              <a:t>Milestone 1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data storage workflow provides a structured path for processed workforce data.</a:t>
            </a:r>
          </a:p>
          <a:p>
            <a:pPr>
              <a:defRPr sz="2200"/>
            </a:pPr>
            <a:r>
              <a:t>Data validation improves the reliability and quality of the dataset.</a:t>
            </a:r>
          </a:p>
          <a:p>
            <a:pPr>
              <a:defRPr sz="2200"/>
            </a:pPr>
            <a:r>
              <a:t>The final integration combines all team members' work into a complete Milestone 1 submission.</a:t>
            </a:r>
          </a:p>
          <a:p>
            <a:pPr>
              <a:defRPr sz="2200"/>
            </a:pPr>
            <a:r>
              <a:t>The outputs provide a foundation for future analytics and dashboard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547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Milestone 1 – Data Storage &amp; Validation</vt:lpstr>
      <vt:lpstr>1. Task Overview</vt:lpstr>
      <vt:lpstr>2. Objective</vt:lpstr>
      <vt:lpstr>3. Data Storage Workflow</vt:lpstr>
      <vt:lpstr>4. Storage Layers</vt:lpstr>
      <vt:lpstr>5. Data Validation Checks</vt:lpstr>
      <vt:lpstr>6. Data Quality Rules</vt:lpstr>
      <vt:lpstr>7. Expected Validated Dataset</vt:lpstr>
      <vt:lpstr>8. Milestone 1 Output Integration</vt:lpstr>
      <vt:lpstr>9. Team Output Integration</vt:lpstr>
      <vt:lpstr>10. Final Deliverables</vt:lpstr>
      <vt:lpstr>11.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keertana</cp:lastModifiedBy>
  <cp:revision>1</cp:revision>
  <dcterms:created xsi:type="dcterms:W3CDTF">2013-01-27T09:14:16Z</dcterms:created>
  <dcterms:modified xsi:type="dcterms:W3CDTF">2026-08-03T13:28:14Z</dcterms:modified>
  <cp:category/>
</cp:coreProperties>
</file>